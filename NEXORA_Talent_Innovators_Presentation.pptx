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AI-POWERED EDUCATIONAL &amp; CAREER PLATFORM</a:t>
            </a:r>
          </a:p>
          <a:p>
            <a:pPr>
              <a:spcAft>
                <a:spcPts val="800"/>
              </a:spcAft>
              <a:defRPr sz="5400" b="1">
                <a:solidFill>
                  <a:srgbClr val="F8FAFC"/>
                </a:solidFill>
              </a:defRPr>
            </a:pPr>
            <a:r>
              <a:t>NEXORA</a:t>
            </a:r>
          </a:p>
          <a:p>
            <a:pPr>
              <a:spcAft>
                <a:spcPts val="2000"/>
              </a:spcAft>
              <a:defRPr sz="2200">
                <a:solidFill>
                  <a:srgbClr val="6366F1"/>
                </a:solidFill>
              </a:defRPr>
            </a:pPr>
            <a:r>
              <a:t>Context-Aware Dynamic AI Learning Pathfinder &amp; Placement Navigator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Empowering every learner with real-time adaptive roadmaps, automated diagnostic skill gap matrices, and 24/7 personalized AI guidance.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Live Deployment: https://nexora-path-finder.vercel.app  |  Powered by Google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PRESENTER &amp; TEAM DETAILS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Presenter Information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Team behind the design and execution of NEXORA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TEAM DETAILS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Team Name:</a:t>
            </a:r>
          </a:p>
          <a:p>
            <a:pPr>
              <a:spcAft>
                <a:spcPts val="2000"/>
              </a:spcAft>
              <a:defRPr sz="2400" b="1">
                <a:solidFill>
                  <a:srgbClr val="F8FAFC"/>
                </a:solidFill>
              </a:defRPr>
            </a:pPr>
            <a:r>
              <a:t>Talent Innovators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Project Track / Theme:</a:t>
            </a:r>
          </a:p>
          <a:p>
            <a:pPr>
              <a:defRPr sz="1500" b="1">
                <a:solidFill>
                  <a:srgbClr val="6366F1"/>
                </a:solidFill>
              </a:defRPr>
            </a:pPr>
            <a:r>
              <a:t>AI in Education, Adaptive Learning &amp; Career Placement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1400"/>
              </a:spcAft>
              <a:defRPr sz="1100" b="1">
                <a:solidFill>
                  <a:srgbClr val="34D399"/>
                </a:solidFill>
              </a:defRPr>
            </a:pPr>
            <a:r>
              <a:t>TEAM MEMBERS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1.  ___________________________________  (Team Lead)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2.  ___________________________________  (Developer / AI)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3.  ___________________________________  (Developer / UI)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4.  ___________________________________  (Researcher / QA)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PROBLEM UNDERSTANDING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Key Challenges in Modern Technical Education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Why traditional learning platforms fail 90% of students before job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6366F1"/>
                </a:solidFill>
              </a:defRPr>
            </a:pPr>
            <a:r>
              <a:t>01. Rigid, Linear Video Courses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Static video playlists treat absolute beginners and experienced learners identically, causing cognitive fatigue on known topics and abandonment on hard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02. Undetected Prerequisite Gaps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Students jump directly into advanced topics (like Dynamic Programming or Rotational Dynamics) without mastering basic foundations, creating recurring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03. Analysis Paralysis &amp; Noise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With millions of scattered YouTube videos and blog posts, students waste hours researching what they should realistically study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04. The Industry Screening Disconnect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Learners finish tutorials but fail technical screening rounds because they lack ATS-optimized resume formatting and verified diagnostic assessment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OUR SOLUTION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What We Solved with NEXORA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 complete paradigm shift from passive video consumption to active, goal-driven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38BDF8"/>
                </a:solidFill>
              </a:defRPr>
            </a:pPr>
            <a:r>
              <a:t>✅ Dynamic Flowchart DAGs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Engineered interactive Directed Acyclic Graphs that visually unlock milestones based on strict prerequisite completion and remediation triggers.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✅ Benchmark-Driven Diagnostics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Automated diagnostic MCQ engine that calculates real-time mastery percentages and reveals critical skill gaps before advancing.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6366F1"/>
                </a:solidFill>
              </a:defRPr>
            </a:pPr>
            <a:r>
              <a:t>✅ Next-Best-Action (NBA) 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Eliminates decision paralysis by computing a student's single highest-leverage task for today based on active gaps and availability.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8FAFC"/>
                </a:solidFill>
              </a:defRPr>
            </a:pPr>
            <a:r>
              <a:t>✅ 24/7 Context-Aware AI Navigator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Integrated Google Gemini 1.5 Flash to provide instant concept breakdowns, code snippets, comparisons, and personalized study pacing.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38BDF8"/>
                </a:solidFill>
              </a:defRPr>
            </a:pPr>
            <a:r>
              <a:t>✅ ATS Resume Builder &amp; Scoring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Built an automated ATS analyzer with Google XYZ bullet optimizers and instant PDF export to bridge the gap between learning and hiring.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✅ 100% Free Verified Resources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Curated zero-cost materials from MIT OpenCourseWare, Harvard CS50, Disha, HCV, and freeCodeCamp to make top-tier education accessible.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DOMAIN ADAPTABILITY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Tailored Across Competitive &amp; Technical Domains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Calibrated intelligence adapting prompts, quizzes, and milestones specifically to each learner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🎯 JEE Main &amp; Advanced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Calculus derivations, Rotational Mechanics, Organic Mechanisms, and 3-hour exam time strategy.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4D399"/>
                </a:solidFill>
              </a:defRPr>
            </a:pPr>
            <a:r>
              <a:t>🩺 NEET (Medical)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NCERT line-by-line Biology 360/360, Botany diagrams, Inorganic Chemistry exceptions, and Physics numericals.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💻 SWE &amp; Placements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DSA patterns, System Design, Core CS (OS/DBMS), Java/C++/Python roadmaps, and ATS resume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F8FAFC"/>
                </a:solidFill>
              </a:defRPr>
            </a:pPr>
            <a:r>
              <a:t>🤖 AI &amp; Machine Learning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Linear Algebra, PyTorch neural networks, Vector Databases, RAG architectures, and fine-tuning.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🔄 Career Switchers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0-to-1 programming foundations, high-impact recruiter portfolio projects, and fast-track transition roadmaps.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206240"/>
            <a:ext cx="338328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34D399"/>
                </a:solidFill>
              </a:defRPr>
            </a:pPr>
            <a:r>
              <a:t>📊 Data Science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SQL window functions, Pandas data wrangling, Exploratory Data Analysis, and Statistical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TECHNICAL ARCHITECTURE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Production-Grade Engineering &amp; AI Integration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Built for high performance, modularity, and zero-latency student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Frontend &amp; User Experience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React 19 with Concurrent Rendering</a:t>
            </a:r>
            <a:br/>
            <a:r>
              <a:t>• TypeScript for strict type safety</a:t>
            </a:r>
            <a:br/>
            <a:r>
              <a:t>• TailwindCSS Glassmorphism UI</a:t>
            </a:r>
            <a:br/>
            <a:r>
              <a:t>• Web Speech API for voice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AI Services &amp; Intelligence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Google Gemini 1.5 Flash &amp; 2.0 API</a:t>
            </a:r>
            <a:br/>
            <a:r>
              <a:t>• Multi-turn contextual reasoning</a:t>
            </a:r>
            <a:br/>
            <a:r>
              <a:t>• Local intent classifier &amp; offline fallback</a:t>
            </a:r>
            <a:br/>
            <a:r>
              <a:t>• Dynamic prompt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Data &amp; Adaptive Algorithms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Topological Sort for Dependency DAGs</a:t>
            </a:r>
            <a:br/>
            <a:r>
              <a:t>• Skill Gap &amp; Remediation Algorithm</a:t>
            </a:r>
            <a:br/>
            <a:r>
              <a:t>• Next-Best-Action (NBA) Scorer</a:t>
            </a:r>
            <a:br/>
            <a:r>
              <a:t>• What-If Monte-Carlo Timeline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38BDF8"/>
                </a:solidFill>
              </a:defRPr>
            </a:pPr>
            <a:r>
              <a:t>Storage &amp; Export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Fast Zero-Latency Client Session</a:t>
            </a:r>
            <a:br/>
            <a:r>
              <a:t>• Firebase Cloud Auth &amp; Sync (Optional)</a:t>
            </a:r>
            <a:br/>
            <a:r>
              <a:t>• jsPDF &amp; AutoTable for ATS PDF Resume</a:t>
            </a:r>
            <a:br/>
            <a:r>
              <a:t>• 100% Client-Side Privacy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IMPACT &amp; OUTCOMES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Delivering Tangible Educational Metrics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Real student outcomes driven by NEXORA's adaptive learning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38BDF8"/>
                </a:solidFill>
              </a:defRPr>
            </a:pPr>
            <a:r>
              <a:t>3.2x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Higher Completion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Prerequisite-based DAG roadmaps prevent dropouts and cognitive overwhelm.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34D399"/>
                </a:solidFill>
              </a:defRPr>
            </a:pPr>
            <a:r>
              <a:t>88%+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Average ATS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Built-in XYZ bullet optimizers produce recruiter-ready resumes from Day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6366F1"/>
                </a:solidFill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Free Resources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Curated MIT OCW, Harvard CS50, Disha, HCV, and freeCodeCamp materials.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31A2A"/>
          </a:solidFill>
          <a:ln>
            <a:solidFill>
              <a:srgbClr val="26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24/7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AI Mentor Guidance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doubt resolution, code debugging, and personalized pacing.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THE FUTURE OF LEARNING IS ADAPTIVE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</a:defRPr>
            </a:pPr>
            <a:r>
              <a:t>Thank You! Experience NEXORA Live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NEXORA transforms passive courses into an active, goal-driven navigation system that guides students every step of the way from Day 1 to goal mastery.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🔗 Live Deployment: https://nexora-path-finder.vercel.app</a:t>
            </a:r>
            <a:br/>
            <a:r>
              <a:t>💻 GitHub Source: https://github.com/Sirivennela310505/NEXORA</a:t>
            </a:r>
            <a:br/>
            <a:r>
              <a:t>👥 Presented by: Talent Innovators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