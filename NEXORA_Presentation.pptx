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</a:defRPr>
            </a:pPr>
            <a:r>
              <a:t>AI-POWERED EDUCATIONAL &amp; CAREER PLATFORM</a:t>
            </a:r>
          </a:p>
          <a:p>
            <a:pPr>
              <a:spcAft>
                <a:spcPts val="800"/>
              </a:spcAft>
              <a:defRPr sz="5400" b="1">
                <a:solidFill>
                  <a:srgbClr val="F8FAFC"/>
                </a:solidFill>
              </a:defRPr>
            </a:pPr>
            <a:r>
              <a:t>NEXORA</a:t>
            </a:r>
          </a:p>
          <a:p>
            <a:pPr>
              <a:spcAft>
                <a:spcPts val="2000"/>
              </a:spcAft>
              <a:defRPr sz="2200">
                <a:solidFill>
                  <a:srgbClr val="6366F1"/>
                </a:solidFill>
              </a:defRPr>
            </a:pPr>
            <a:r>
              <a:t>Context-Aware Dynamic AI Learning Pathfinder &amp; Placement Navigator</a:t>
            </a:r>
          </a:p>
          <a:p>
            <a:pPr>
              <a:spcAft>
                <a:spcPts val="2400"/>
              </a:spcAft>
              <a:defRPr sz="1400">
                <a:solidFill>
                  <a:srgbClr val="94A3B8"/>
                </a:solidFill>
              </a:defRPr>
            </a:pPr>
            <a:r>
              <a:t>Empowering every learner with real-time adaptive roadmaps, automated diagnostic skill gap matrices, and 24/7 personalized AI guidance.</a:t>
            </a:r>
          </a:p>
          <a:p>
            <a:pPr>
              <a:defRPr sz="1100">
                <a:solidFill>
                  <a:srgbClr val="34D399"/>
                </a:solidFill>
              </a:defRPr>
            </a:pPr>
            <a:r>
              <a:t>Live Deployment: https://nexora-path-finder.vercel.app  |  Powered by Google Gemini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TEAM &amp; PRESENTER INFORMATION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Project Presentation Team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Information about the innovators behind NEXORA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</a:defRPr>
            </a:pPr>
            <a:r>
              <a:t>TEAM DETAILS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Team Name:</a:t>
            </a:r>
          </a:p>
          <a:p>
            <a:pPr>
              <a:spcAft>
                <a:spcPts val="2000"/>
              </a:spcAft>
              <a:defRPr sz="2200" b="1">
                <a:solidFill>
                  <a:srgbClr val="F8FAFC"/>
                </a:solidFill>
              </a:defRPr>
            </a:pPr>
            <a:r>
              <a:t>Talent Innovators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Project Track / Theme:</a:t>
            </a:r>
          </a:p>
          <a:p>
            <a:pPr>
              <a:defRPr sz="1500" b="1">
                <a:solidFill>
                  <a:srgbClr val="6366F1"/>
                </a:solidFill>
              </a:defRPr>
            </a:pPr>
            <a:r>
              <a:t>AI in Education, Adaptive Learning &amp; Career Readiness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spcAft>
                <a:spcPts val="1200"/>
              </a:spcAft>
              <a:defRPr sz="1100" b="1">
                <a:solidFill>
                  <a:srgbClr val="34D399"/>
                </a:solidFill>
              </a:defRPr>
            </a:pPr>
            <a:r>
              <a:t>TEAM MEMBERS</a:t>
            </a:r>
          </a:p>
          <a:p>
            <a:pPr>
              <a:spcAft>
                <a:spcPts val="1400"/>
              </a:spcAft>
              <a:defRPr sz="1300">
                <a:solidFill>
                  <a:srgbClr val="F8FAFC"/>
                </a:solidFill>
              </a:defRPr>
            </a:pPr>
            <a:r>
              <a:t>1.  ___________________________________  (Team Lead)</a:t>
            </a:r>
          </a:p>
          <a:p>
            <a:pPr>
              <a:spcAft>
                <a:spcPts val="1400"/>
              </a:spcAft>
              <a:defRPr sz="1300">
                <a:solidFill>
                  <a:srgbClr val="F8FAFC"/>
                </a:solidFill>
              </a:defRPr>
            </a:pPr>
            <a:r>
              <a:t>2.  ___________________________________  (Developer / AI)</a:t>
            </a:r>
          </a:p>
          <a:p>
            <a:pPr>
              <a:spcAft>
                <a:spcPts val="1400"/>
              </a:spcAft>
              <a:defRPr sz="1300">
                <a:solidFill>
                  <a:srgbClr val="F8FAFC"/>
                </a:solidFill>
              </a:defRPr>
            </a:pPr>
            <a:r>
              <a:t>3.  ___________________________________  (Developer / UI)</a:t>
            </a:r>
          </a:p>
          <a:p>
            <a:pPr>
              <a:spcAft>
                <a:spcPts val="1400"/>
              </a:spcAft>
              <a:defRPr sz="1300">
                <a:solidFill>
                  <a:srgbClr val="F8FAFC"/>
                </a:solidFill>
              </a:defRPr>
            </a:pPr>
            <a:r>
              <a:t>4.  ___________________________________  (Researcher / QA)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PROBLEM UNDERSTANDING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Key Challenges in Modern Technical Education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Why traditional learning platforms fail 90% of students before job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6366F1"/>
                </a:solidFill>
              </a:defRPr>
            </a:pPr>
            <a:r>
              <a:t>01. Rigid, Linear Video Courses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Static video playlists treat absolute beginners and experienced learners identically, causing cognitive fatigue on known topics and abandonment on hard 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01168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02. Undetected Prerequisite Gaps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Students jump directly into advanced topics (like Dynamic Programming or Rotational Dynamics) without mastering basic foundations, creating recurring bottlenecks.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0624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34D399"/>
                </a:solidFill>
              </a:defRPr>
            </a:pPr>
            <a:r>
              <a:t>03. Analysis Paralysis &amp; Noise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With millions of scattered YouTube videos and blog posts, students waste hours researching what they should realistically study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20624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F8FAFC"/>
                </a:solidFill>
              </a:defRPr>
            </a:pPr>
            <a:r>
              <a:t>04. The Industry Screening Disconnect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Learners finish tutorials but fail technical screening rounds because they lack ATS-optimized resume formatting and verified diagnostic assessment proof.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OUR SOLUTION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What We Solved with NEXORA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A complete paradigm shift from passive video consumption to active, goal-driven navigation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38BDF8"/>
                </a:solidFill>
              </a:defRPr>
            </a:pPr>
            <a:r>
              <a:t>✅ Dynamic Flowchart DAGs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Engineered interactive Directed Acyclic Graphs that visually unlock milestones based on strict prerequisite completion and remediation triggers.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34D399"/>
                </a:solidFill>
              </a:defRPr>
            </a:pPr>
            <a:r>
              <a:t>✅ Benchmark-Driven Diagnostics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Automated diagnostic MCQ engine that calculates real-time mastery percentages and reveals critical skill gaps before advancing.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</a:defRPr>
            </a:pPr>
            <a:r>
              <a:t>✅ Next-Best-Action (NBA) Engine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Eliminates decision paralysis by computing a student's single highest-leverage task for today based on active gaps and availability.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F8FAFC"/>
                </a:solidFill>
              </a:defRPr>
            </a:pPr>
            <a:r>
              <a:t>✅ 24/7 Context-Aware AI Navigator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Integrated Google Gemini 1.5 Flash to provide instant concept breakdowns, code snippets, comparisons, and personalized study pacing.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38BDF8"/>
                </a:solidFill>
              </a:defRPr>
            </a:pPr>
            <a:r>
              <a:t>✅ ATS Resume Builder &amp; Scoring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Built an automated ATS analyzer with Google XYZ bullet optimizers and instant PDF export to bridge the gap between learning and hiring.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34D399"/>
                </a:solidFill>
              </a:defRPr>
            </a:pPr>
            <a:r>
              <a:t>✅ 100% Free Verified Resources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Curated zero-cost materials from MIT OpenCourseWare, Harvard CS50, Disha, HCV, and freeCodeCamp to make top-tier education accessible.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DOMAIN ADAPTABILITY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Tailored Across Competitive &amp; Technical Domains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Calibrated intelligence adapting prompts, quizzes, and milestones specifically to each learner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🎯 JEE Main &amp; Advanced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Calculus derivations, Rotational Mechanics, Organic Mechanisms, and 3-hour exam time strategy.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34D399"/>
                </a:solidFill>
              </a:defRPr>
            </a:pPr>
            <a:r>
              <a:t>🩺 NEET (Medical)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NCERT line-by-line Biology 360/360, Botany diagrams, Inorganic Chemistry exceptions, and Physics numericals.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01168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6366F1"/>
                </a:solidFill>
              </a:defRPr>
            </a:pPr>
            <a:r>
              <a:t>💻 SWE &amp; Placements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DSA patterns, System Design, Core CS (OS/DBMS), Java/C++/Python roadmaps, and ATS resume scoring.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🤖 AI &amp; Machine Learning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Linear Algebra, PyTorch neural networks, Vector Databases, RAG architectures, and fine-tuning.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🔄 Career Switchers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0-to-1 programming foundations, high-impact recruiter portfolio projects, and fast-track transition roadmaps.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206240"/>
            <a:ext cx="338328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34D399"/>
                </a:solidFill>
              </a:defRPr>
            </a:pPr>
            <a:r>
              <a:t>📊 Data Science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SQL window functions, Pandas data wrangling, Exploratory Data Analysis, and Statistical Modeling.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TECHNICAL ARCHITECTURE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Production-Grade Engineering &amp; AI Integration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Built for high performance, modularity, and zero-latency student interaction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Frontend &amp; User Experience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React 19 with Concurrent Rendering</a:t>
            </a:r>
            <a:br/>
            <a:r>
              <a:t>• TypeScript for strict type safety</a:t>
            </a:r>
            <a:br/>
            <a:r>
              <a:t>• TailwindCSS Glassmorphism UI</a:t>
            </a:r>
            <a:br/>
            <a:r>
              <a:t>• Web Speech API for voice recognition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01168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AI Services &amp; Intelligence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Google Gemini 1.5 Flash &amp; 2.0 API</a:t>
            </a:r>
            <a:br/>
            <a:r>
              <a:t>• Multi-turn contextual reasoning</a:t>
            </a:r>
            <a:br/>
            <a:r>
              <a:t>• Local intent classifier &amp; offline fallback</a:t>
            </a:r>
            <a:br/>
            <a:r>
              <a:t>• Dynamic prompt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0624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Data &amp; Adaptive Algorithms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Topological Sort for Dependency DAGs</a:t>
            </a:r>
            <a:br/>
            <a:r>
              <a:t>• Skill Gap &amp; Remediation Algorithm</a:t>
            </a:r>
            <a:br/>
            <a:r>
              <a:t>• Next-Best-Action (NBA) Scorer</a:t>
            </a:r>
            <a:br/>
            <a:r>
              <a:t>• What-If Monte-Carlo Timeline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206240"/>
            <a:ext cx="5120640" cy="192024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38BDF8"/>
                </a:solidFill>
              </a:defRPr>
            </a:pPr>
            <a:r>
              <a:t>Storage &amp; Export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Fast Zero-Latency Client Session</a:t>
            </a:r>
            <a:br/>
            <a:r>
              <a:t>• Firebase Cloud Auth &amp; Sync (Optional)</a:t>
            </a:r>
            <a:br/>
            <a:r>
              <a:t>• jsPDF &amp; AutoTable for ATS PDF Resume</a:t>
            </a:r>
            <a:br/>
            <a:r>
              <a:t>• 100% Client-Side Privacy Compliance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IMPACT &amp; OUTCOMES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Delivering Tangible Educational Metrics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Real student outcomes driven by NEXORA's adaptive learning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spcAft>
                <a:spcPts val="1000"/>
              </a:spcAft>
              <a:defRPr sz="3600" b="1">
                <a:solidFill>
                  <a:srgbClr val="38BDF8"/>
                </a:solidFill>
              </a:defRPr>
            </a:pPr>
            <a:r>
              <a:t>3.2x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Higher Completion Rate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Prerequisite-based DAG roadmaps prevent dropouts and cognitive overwhelm.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011680"/>
            <a:ext cx="256032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spcAft>
                <a:spcPts val="1000"/>
              </a:spcAft>
              <a:defRPr sz="3600" b="1">
                <a:solidFill>
                  <a:srgbClr val="34D399"/>
                </a:solidFill>
              </a:defRPr>
            </a:pPr>
            <a:r>
              <a:t>88%+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Average ATS Score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Built-in XYZ bullet optimizers produce recruiter-ready resumes from Day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256032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spcAft>
                <a:spcPts val="1000"/>
              </a:spcAft>
              <a:defRPr sz="3600" b="1">
                <a:solidFill>
                  <a:srgbClr val="6366F1"/>
                </a:solidFill>
              </a:defRPr>
            </a:pPr>
            <a:r>
              <a:t>100%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Free Resources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Curated MIT OCW, Harvard CS50, Disha, HCV, and freeCodeCamp materials.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2011680"/>
            <a:ext cx="2560320" cy="4114800"/>
          </a:xfrm>
          <a:prstGeom prst="roundRect">
            <a:avLst/>
          </a:prstGeom>
          <a:solidFill>
            <a:srgbClr val="131A2A"/>
          </a:solidFill>
          <a:ln>
            <a:solidFill>
              <a:srgbClr val="26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spcAft>
                <a:spcPts val="1000"/>
              </a:spcAft>
              <a:defRPr sz="3600" b="1">
                <a:solidFill>
                  <a:srgbClr val="F8FAFC"/>
                </a:solidFill>
              </a:defRPr>
            </a:pPr>
            <a:r>
              <a:t>24/7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AI Mentor Guidance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Instant doubt resolution, code debugging, and personalized pacing.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THE FUTURE OF LEARNING IS ADAPTIVE</a:t>
            </a:r>
          </a:p>
          <a:p>
            <a:pPr>
              <a:spcAft>
                <a:spcPts val="1400"/>
              </a:spcAft>
              <a:defRPr sz="4000" b="1">
                <a:solidFill>
                  <a:srgbClr val="F8FAFC"/>
                </a:solidFill>
              </a:defRPr>
            </a:pPr>
            <a:r>
              <a:t>Thank You! Experience NEXORA Live</a:t>
            </a:r>
          </a:p>
          <a:p>
            <a:pPr>
              <a:spcAft>
                <a:spcPts val="2800"/>
              </a:spcAft>
              <a:defRPr sz="1500">
                <a:solidFill>
                  <a:srgbClr val="94A3B8"/>
                </a:solidFill>
              </a:defRPr>
            </a:pPr>
            <a:r>
              <a:t>NEXORA transforms passive courses into an active, goal-driven navigation system that guides students every step of the way from Day 1 to goal mastery.</a:t>
            </a:r>
          </a:p>
          <a:p>
            <a:pPr>
              <a:defRPr sz="1300">
                <a:solidFill>
                  <a:srgbClr val="34D399"/>
                </a:solidFill>
              </a:defRPr>
            </a:pPr>
            <a:r>
              <a:t>🔗 Live Deployment: https://nexora-path-finder.vercel.app</a:t>
            </a:r>
            <a:br/>
            <a:r>
              <a:t>💻 GitHub Source: https://github.com/Sirivennela310505/NEXORA</a:t>
            </a:r>
            <a:br/>
            <a:r>
              <a:t>👥 Presented by: Talent Innovators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