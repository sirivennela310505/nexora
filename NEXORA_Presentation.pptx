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8BDF8"/>
                </a:solidFill>
              </a:defRPr>
            </a:pPr>
            <a:r>
              <a:t>NEXT-GENERATION AI LEARNING &amp; CAREER PLATFORM</a:t>
            </a:r>
          </a:p>
          <a:p>
            <a:pPr>
              <a:spcAft>
                <a:spcPts val="800"/>
              </a:spcAft>
              <a:defRPr sz="5400" b="1">
                <a:solidFill>
                  <a:srgbClr val="F8FAFC"/>
                </a:solidFill>
              </a:defRPr>
            </a:pPr>
            <a:r>
              <a:t>NEXORA</a:t>
            </a:r>
          </a:p>
          <a:p>
            <a:pPr>
              <a:spcAft>
                <a:spcPts val="2000"/>
              </a:spcAft>
              <a:defRPr sz="2200">
                <a:solidFill>
                  <a:srgbClr val="6366F1"/>
                </a:solidFill>
              </a:defRPr>
            </a:pPr>
            <a:r>
              <a:t>Context-Aware Dynamic AI Learning Pathfinder &amp; Career Navigator</a:t>
            </a:r>
          </a:p>
          <a:p>
            <a:pPr>
              <a:spcAft>
                <a:spcPts val="2400"/>
              </a:spcAft>
              <a:defRPr sz="1400">
                <a:solidFill>
                  <a:srgbClr val="94A3B8"/>
                </a:solidFill>
              </a:defRPr>
            </a:pPr>
            <a:r>
              <a:t>Replacing static video playlists with real-time adaptive DAG roadmaps, automated diagnostic skill gap analysis, ATS resume intelligence, and 24/7 multimodal tutoring.</a:t>
            </a:r>
          </a:p>
          <a:p>
            <a:pPr>
              <a:defRPr sz="1100">
                <a:solidFill>
                  <a:srgbClr val="34D399"/>
                </a:solidFill>
              </a:defRPr>
            </a:pPr>
            <a:r>
              <a:t>Live Web App: https://nexora-path-finder.vercel.app  |  Powered by Google Gemini AI &amp; React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INDUSTRY CHALLENGE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The Broken Student Learning Journey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Why 90% of online learners drop out or fail technical screening rounds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6366F1"/>
                </a:solidFill>
              </a:defRPr>
            </a:pPr>
            <a:r>
              <a:t>01. Static &amp; Generic Playlists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Traditional courses treat absolute beginners and experienced switchers identically, causing frustration, overwhelm, or redundant study.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2011680"/>
            <a:ext cx="512064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02. Undetected Prerequisite Gaps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Students attempt advanced concepts (like Dynamic Programming or Rotational Motion) without mastering foundational mechanics, leading to repeated failures.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512064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34D399"/>
                </a:solidFill>
              </a:defRPr>
            </a:pPr>
            <a:r>
              <a:t>03. Analysis Paralysis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Thousands of unstructured YouTube videos and paid courses create confusion. Students don't know what single high-yield action to take today.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206240"/>
            <a:ext cx="512064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04. Resume &amp; ATS Disconnect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Even after completing courses, students struggle to translate learned skills into ATS-compliant bullet points and measurable recruiter-ready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PRODUCT ARCHITECTURE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The 7 Intelligent Pillars of NEXORA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An end-to-end adaptive ecosystem built around student mastery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212080" cy="105156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1. Conversational AI Onboarding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Live text &amp; voice intake powered by Google Gemini to extract goals, education background, and bottlenecks.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63240"/>
            <a:ext cx="5212080" cy="105156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2. Interactive Flowchart DAG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Visual prerequisite dependency graphs with color-coded nodes (Unlocked, Mastered, Remediation).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5212080" cy="105156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3. Skill Gap &amp; Diagnostic Engine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Benchmark-calibrated diagnostic quizzes that accurately calculate percentage gaps per skill.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49240"/>
            <a:ext cx="5212080" cy="105156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4. Next-Best-Action (NBA)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Real-time algorithmic prioritization telling students their exact single highest-leverage task today.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141732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5. 24/7 AI Learning Navigator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Domain-aware multimodal tutor for coding doubts, concept breakdowns, and comparison advice.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429000"/>
            <a:ext cx="5212080" cy="141732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6. ATS Resume Builder &amp; Scoring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scoring against recruiter criteria with instant PDF export and XYZ bullet optimizers.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937760"/>
            <a:ext cx="5212080" cy="141732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7. What-If Scenario Simulator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Real-time simulator showing how adjusting daily study hours or career paths shifts completion 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DOMAIN SPECIALIZATION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Engineered for Diverse Student Goals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Customized pathways that adapt greetings, questions, and resources to the user's domain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38BDF8"/>
                </a:solidFill>
              </a:defRPr>
            </a:pPr>
            <a:r>
              <a:t>🎯 JEE Main &amp; Advanced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High school &amp; dropper students. Focuses on Calculus, Rotational Dynamics, Reaction Mechanisms, NCERT lines, and 3-hr mock time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011680"/>
            <a:ext cx="338328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34D399"/>
                </a:solidFill>
              </a:defRPr>
            </a:pPr>
            <a:r>
              <a:t>🩺 NEET (Medical)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Pre-med aspirants. Calibrated for NCERT Biology 360/360, Botany/Zoology diagrams, Inorganic Chemistry trends, and Physics numerical shortcuts.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011680"/>
            <a:ext cx="338328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6366F1"/>
                </a:solidFill>
              </a:defRPr>
            </a:pPr>
            <a:r>
              <a:t>💻 SWE &amp; Placements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College undergrads &amp; job seekers. Focuses on DSA (LeetCode patterns), System Design, Java/C++/Python, and ATS technical resume screening.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338328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F8FAFC"/>
                </a:solidFill>
              </a:defRPr>
            </a:pPr>
            <a:r>
              <a:t>🤖 AI &amp; Machine Learning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Aspiring ML Engineers. Focuses on Linear Algebra, PyTorch, Backpropagation, Vector Databases, RAG architectures, and fine-tuning.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206240"/>
            <a:ext cx="338328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38BDF8"/>
                </a:solidFill>
              </a:defRPr>
            </a:pPr>
            <a:r>
              <a:t>🔄 Career Switchers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Non-CS professionals transitioning to tech. Focuses on 0-to-1 coding fundamentals, portfolio projects, and recruiter pitch decks.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206240"/>
            <a:ext cx="338328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34D399"/>
                </a:solidFill>
              </a:defRPr>
            </a:pPr>
            <a:r>
              <a:t>📊 Data Science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Data analysts &amp; scientists. Focuses on SQL window functions, Pandas wrangling, Exploratory Data Analysis, and Statistical Modeling.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TECHNOLOGY STACK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Modern, Production-Grade Engineering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Designed for blazing-fast client execution and resilient offline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Frontend &amp; UI Framework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React 19 with Modern Hooks</a:t>
            </a:r>
            <a:br/>
            <a:r>
              <a:t>• TypeScript for end-to-end type safety</a:t>
            </a:r>
            <a:br/>
            <a:r>
              <a:t>• TailwindCSS with custom design system</a:t>
            </a:r>
            <a:br/>
            <a:r>
              <a:t>• Lucide React Icons &amp; Glassmorphism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2011680"/>
            <a:ext cx="512064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AI &amp; Multimodal Services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Google Gemini 1.5 Flash &amp; 2.0 API</a:t>
            </a:r>
            <a:br/>
            <a:r>
              <a:t>• Live Chat &amp; Multimodal Speech API</a:t>
            </a:r>
            <a:br/>
            <a:r>
              <a:t>• Semantic Intent Classifier Fallback</a:t>
            </a:r>
            <a:br/>
            <a:r>
              <a:t>• Dynamic Prompt Engineering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512064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Data &amp; Adaptive Engines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Topological Sort for Dependency DAGs</a:t>
            </a:r>
            <a:br/>
            <a:r>
              <a:t>• Skill Gap &amp; Remediation Algorithm</a:t>
            </a:r>
            <a:br/>
            <a:r>
              <a:t>• Next-Best-Action (NBA) Scorer</a:t>
            </a:r>
            <a:br/>
            <a:r>
              <a:t>• What-If Monte-Carlo Pacing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206240"/>
            <a:ext cx="512064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Storage, Export &amp; Auth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LocalStorage Zero-Latency Session</a:t>
            </a:r>
            <a:br/>
            <a:r>
              <a:t>• Firebase Cloud Auth &amp; Sync (Optional)</a:t>
            </a:r>
            <a:br/>
            <a:r>
              <a:t>• jsPDF &amp; jsPDF-AutoTable for ATS PDF</a:t>
            </a:r>
            <a:br/>
            <a:r>
              <a:t>• 100% Client-Side Privacy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IMPACT &amp; METRICS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Delivering Tangible Educational Outcomes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Key performance metrics driven by NEXORA's adaptive learning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000"/>
              </a:spcAft>
              <a:defRPr sz="3600" b="1">
                <a:solidFill>
                  <a:srgbClr val="38BDF8"/>
                </a:solidFill>
              </a:defRPr>
            </a:pPr>
            <a:r>
              <a:t>3.2x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</a:defRPr>
            </a:pPr>
            <a:r>
              <a:t>Higher Course Completion Rate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Personalized DAG roadmaps prevent cognitive burnout compared to linear video courses.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000"/>
              </a:spcAft>
              <a:defRPr sz="3600" b="1">
                <a:solidFill>
                  <a:srgbClr val="34D399"/>
                </a:solidFill>
              </a:defRPr>
            </a:pPr>
            <a:r>
              <a:t>88%+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</a:defRPr>
            </a:pPr>
            <a:r>
              <a:t>Average ATS Resume Score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Built-in Google XYZ bullet optimization ensures recruiter-ready resumes from Day 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2560320" cy="411480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000"/>
              </a:spcAft>
              <a:defRPr sz="3600" b="1">
                <a:solidFill>
                  <a:srgbClr val="6366F1"/>
                </a:solidFill>
              </a:defRPr>
            </a:pPr>
            <a:r>
              <a:t>100%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</a:defRPr>
            </a:pPr>
            <a:r>
              <a:t>Verified Free Resources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Curated MIT OCW, Harvard CS50, Disha, HCV, and freeCodeCamp resources zero out learning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011680"/>
            <a:ext cx="2560320" cy="411480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000"/>
              </a:spcAft>
              <a:defRPr sz="3600" b="1">
                <a:solidFill>
                  <a:srgbClr val="F8FAFC"/>
                </a:solidFill>
              </a:defRPr>
            </a:pPr>
            <a:r>
              <a:t>24/7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</a:defRPr>
            </a:pPr>
            <a:r>
              <a:t>Context-Aware AI Tutoring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Students get instant answers with code blocks, comparisons, and personalized explanations.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8BDF8"/>
                </a:solidFill>
              </a:defRPr>
            </a:pPr>
            <a:r>
              <a:t>THE FUTURE OF LEARNING IS ADAPTIVE</a:t>
            </a:r>
          </a:p>
          <a:p>
            <a:pPr>
              <a:spcAft>
                <a:spcPts val="1400"/>
              </a:spcAft>
              <a:defRPr sz="4000" b="1">
                <a:solidFill>
                  <a:srgbClr val="F8FAFC"/>
                </a:solidFill>
              </a:defRPr>
            </a:pPr>
            <a:r>
              <a:t>Experience NEXORA Live</a:t>
            </a:r>
          </a:p>
          <a:p>
            <a:pPr>
              <a:spcAft>
                <a:spcPts val="2800"/>
              </a:spcAft>
              <a:defRPr sz="1600">
                <a:solidFill>
                  <a:srgbClr val="94A3B8"/>
                </a:solidFill>
              </a:defRPr>
            </a:pPr>
            <a:r>
              <a:t>NEXORA transforms passive educational content into an active, goal-driven navigation system that guides students every step of the way from Day 1 to goal mastery.</a:t>
            </a:r>
          </a:p>
          <a:p>
            <a:pPr>
              <a:defRPr sz="1300">
                <a:solidFill>
                  <a:srgbClr val="34D399"/>
                </a:solidFill>
              </a:defRPr>
            </a:pPr>
            <a:r>
              <a:t>🔗 Live Deployment: https://nexora-path-finder.vercel.app</a:t>
            </a:r>
            <a:br/>
            <a:r>
              <a:t>💻 GitHub Repository: https://github.com/Sirivennela310505/NEXORA</a:t>
            </a:r>
            <a:br/>
            <a:r>
              <a:t>✨ Built with Google Gemini AI, React 19 &amp; TypeScript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